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8C7E-FFCE-EE85-3E94-E6684999D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ACB66-7C5D-5B11-2D23-353A0E14C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1D5A5-BA77-E5BD-6533-1ECFC256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F0390-1DD2-FE77-1390-96031352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E4B5E-18BF-45F0-C583-038311D7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5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7D37-4FD3-5702-FEFF-C803E1A3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E6560-08E4-DCFE-B45A-6EB456EF5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5A072-ABBE-92FA-0C45-CC799AB2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29A5D-A0DB-E564-9AE0-2610568FD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00D01-0486-A2DC-9A7D-21A9C85F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4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FCBB-83A0-34C9-B063-CDE12AFCB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3813C-5AAB-7585-DC59-FDB1D3E3D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9731-16EF-B31A-347D-45B5DDC7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6AED5-167F-0A61-8DF4-82511786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79E77-2513-4E83-C741-EE14035C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4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4CC0-005D-6469-2E04-2A912E0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6945-DCE2-3E42-D89C-97B7DCF81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CAB-1B69-7E75-78EC-38956FDD7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ED544-2D53-C4DC-F711-35252CDA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E2451-DCB8-9C4D-40A6-A3F6A00B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A0F14-746D-DA36-6149-7C1DCA63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4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6DF9-7257-9452-6028-B1B4293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BB79C-B348-A845-F530-EACC7BF70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05ED8-CFC9-67E1-7D8F-1C36C81F3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E9E6D-3CB7-B6DB-C909-369E29144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4302D4-6FF0-E4F2-600C-B7D7E1A66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79001-4D92-8EED-2A94-D12C5405E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B8854-4A43-BB6C-2566-47F6DA5A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38B3B-4280-4943-6251-06CDF1A0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2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FE64-A512-515D-ED06-3B9AB54E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0E018F-1D08-1009-0728-CA543A2D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F1A37-3C1E-D13F-5EDA-0BD728AB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AB06-8A51-90FB-1DD9-F87A8217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FEB26-48A5-00B2-FE2D-F97EF40A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26654-B1C1-ED03-0F47-A521240A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A2853-63AD-4E18-2370-FF6A91EB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6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CE05-0A64-DDDC-6382-81CB5DF1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B76B-3722-4EAB-7C28-0EDAFBF8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1A40E-B48E-3B9F-18EF-56CAD73F2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34F44-80E5-D1A0-E72B-0EFAAB8E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45130-6E16-C645-560A-E605871E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78E7D-0BD3-815D-2D2D-DBC43752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8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3681-56CC-D628-F616-F3B7815F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B47762-7268-0925-678E-CA99C1CB2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03CE4-D2BD-42BA-7207-AF65737F6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31FB1-E450-3334-0BDF-7A5F1557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6E427-01E8-57AA-A800-89B7CFE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A0087-781F-20D3-9A03-D252EEF6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56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4FDA-1AE7-A2C2-16EE-FA9F6D41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28BAE-7429-69DA-1C0B-5F3552BAE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A353-3675-359C-588B-2822E204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36DF-6209-E7FC-F6A4-5602ED18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84F9B-3AB7-81D2-F620-0DBB5901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0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2E969-AC41-DE04-98C2-1DB4A8743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80D59-C847-1B35-BCE8-6A0894158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D583A-B9A3-B409-1D2D-00C87233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FD11C-B790-CBB6-F698-450A56C5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30EBF-5959-7ABA-A6D9-4434CD0D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37B78-FDBC-7C93-AD65-C4F23388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12464-4081-C348-1533-49CC93355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65AD6-D1DF-F779-A003-520850BCC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44596-1455-4DB4-8948-C58950B2085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2FBA5-312F-6E2E-C218-A181F3173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B0A1F-0111-A77D-4891-79672338B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E8571-7EEE-43E6-90DC-062B5BDA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6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DE67E3-7A27-35CE-9127-FCA065DF9AB3}"/>
              </a:ext>
            </a:extLst>
          </p:cNvPr>
          <p:cNvSpPr/>
          <p:nvPr/>
        </p:nvSpPr>
        <p:spPr>
          <a:xfrm>
            <a:off x="248412" y="269748"/>
            <a:ext cx="11695176" cy="6387084"/>
          </a:xfrm>
          <a:prstGeom prst="roundRect">
            <a:avLst>
              <a:gd name="adj" fmla="val 537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D7C53E-0845-533B-9B1D-40FF936E0CA7}"/>
              </a:ext>
            </a:extLst>
          </p:cNvPr>
          <p:cNvSpPr/>
          <p:nvPr/>
        </p:nvSpPr>
        <p:spPr>
          <a:xfrm>
            <a:off x="3081528" y="269748"/>
            <a:ext cx="8862060" cy="6387084"/>
          </a:xfrm>
          <a:prstGeom prst="roundRect">
            <a:avLst>
              <a:gd name="adj" fmla="val 3068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E87822-C44E-AB8E-62D5-1BE5EF6F0EC7}"/>
              </a:ext>
            </a:extLst>
          </p:cNvPr>
          <p:cNvSpPr/>
          <p:nvPr/>
        </p:nvSpPr>
        <p:spPr>
          <a:xfrm>
            <a:off x="3200400" y="411479"/>
            <a:ext cx="1554480" cy="122465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D4DBAC-BEC8-6DA9-859D-88FFE553DCA2}"/>
              </a:ext>
            </a:extLst>
          </p:cNvPr>
          <p:cNvSpPr/>
          <p:nvPr/>
        </p:nvSpPr>
        <p:spPr>
          <a:xfrm>
            <a:off x="4948428" y="411480"/>
            <a:ext cx="1554480" cy="122465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F4FCC0-BE9E-6A81-0118-B1429500BBA3}"/>
              </a:ext>
            </a:extLst>
          </p:cNvPr>
          <p:cNvSpPr/>
          <p:nvPr/>
        </p:nvSpPr>
        <p:spPr>
          <a:xfrm>
            <a:off x="6696456" y="411479"/>
            <a:ext cx="1554480" cy="118789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7D195D-B09C-28AC-00FC-8F23AD527274}"/>
              </a:ext>
            </a:extLst>
          </p:cNvPr>
          <p:cNvSpPr/>
          <p:nvPr/>
        </p:nvSpPr>
        <p:spPr>
          <a:xfrm>
            <a:off x="8444484" y="411480"/>
            <a:ext cx="1554480" cy="118789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0D2D08-5CB4-BE8A-F9D8-CF3B8289554D}"/>
              </a:ext>
            </a:extLst>
          </p:cNvPr>
          <p:cNvSpPr/>
          <p:nvPr/>
        </p:nvSpPr>
        <p:spPr>
          <a:xfrm>
            <a:off x="10192512" y="411480"/>
            <a:ext cx="1554480" cy="118789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E03BD3-58CB-6BB6-E363-F34ED36AB871}"/>
              </a:ext>
            </a:extLst>
          </p:cNvPr>
          <p:cNvSpPr/>
          <p:nvPr/>
        </p:nvSpPr>
        <p:spPr>
          <a:xfrm>
            <a:off x="3200400" y="1777863"/>
            <a:ext cx="8546592" cy="243687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8F5B72-7490-70C1-A6C5-3F60C96CFC1F}"/>
              </a:ext>
            </a:extLst>
          </p:cNvPr>
          <p:cNvSpPr/>
          <p:nvPr/>
        </p:nvSpPr>
        <p:spPr>
          <a:xfrm>
            <a:off x="3200400" y="4356471"/>
            <a:ext cx="8546592" cy="214024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5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Obi</dc:creator>
  <cp:lastModifiedBy>Victor Obi</cp:lastModifiedBy>
  <cp:revision>4</cp:revision>
  <dcterms:created xsi:type="dcterms:W3CDTF">2026-05-05T22:36:28Z</dcterms:created>
  <dcterms:modified xsi:type="dcterms:W3CDTF">2026-05-06T19:00:08Z</dcterms:modified>
</cp:coreProperties>
</file>